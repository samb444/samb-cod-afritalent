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6/15/2026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22A91D-73A3-90EF-BEF0-440B87F28E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2491127"/>
          </a:xfrm>
        </p:spPr>
        <p:txBody>
          <a:bodyPr>
            <a:normAutofit fontScale="90000"/>
          </a:bodyPr>
          <a:lstStyle/>
          <a:p>
            <a:br>
              <a:rPr lang="fr-FR" dirty="0"/>
            </a:br>
            <a:br>
              <a:rPr lang="fr-FR" dirty="0"/>
            </a:br>
            <a:br>
              <a:rPr lang="fr-FR" dirty="0"/>
            </a:br>
            <a:br>
              <a:rPr lang="fr-FR" dirty="0"/>
            </a:br>
            <a:r>
              <a:rPr lang="fr-FR" dirty="0"/>
              <a:t>Dispositive 1: Page de titre  </a:t>
            </a:r>
            <a:br>
              <a:rPr lang="fr-FR" dirty="0"/>
            </a:br>
            <a:br>
              <a:rPr lang="fr-FR" dirty="0"/>
            </a:br>
            <a:br>
              <a:rPr lang="fr-FR" dirty="0"/>
            </a:b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7248D59-9B86-2419-73C8-BDA7996C6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8" y="1823351"/>
            <a:ext cx="7315200" cy="914400"/>
          </a:xfrm>
        </p:spPr>
        <p:txBody>
          <a:bodyPr>
            <a:noAutofit/>
          </a:bodyPr>
          <a:lstStyle/>
          <a:p>
            <a:r>
              <a:rPr lang="fr-FR" sz="3600" dirty="0"/>
              <a:t>Projet: </a:t>
            </a:r>
            <a:r>
              <a:rPr lang="fr-FR" sz="3600" dirty="0" err="1"/>
              <a:t>AfriTalent</a:t>
            </a:r>
            <a:r>
              <a:rPr lang="fr-FR" sz="3600" dirty="0"/>
              <a:t>- Plateforme des talents Africains</a:t>
            </a:r>
          </a:p>
          <a:p>
            <a:r>
              <a:rPr lang="fr-FR" sz="3600" dirty="0"/>
              <a:t>Présenté par : </a:t>
            </a:r>
            <a:r>
              <a:rPr lang="fr-FR" sz="3600" b="1" dirty="0"/>
              <a:t>Codé Samb</a:t>
            </a:r>
          </a:p>
          <a:p>
            <a:br>
              <a:rPr lang="fr-FR" sz="3600" dirty="0"/>
            </a:br>
            <a:r>
              <a:rPr lang="fr-FR" sz="3600" dirty="0"/>
              <a:t>Classe : </a:t>
            </a:r>
            <a:r>
              <a:rPr lang="fr-FR" sz="3600" b="1" dirty="0"/>
              <a:t>Licence 3 Droit</a:t>
            </a:r>
            <a:br>
              <a:rPr lang="fr-FR" sz="3600" dirty="0"/>
            </a:br>
            <a:r>
              <a:rPr lang="fr-FR" sz="3600" dirty="0"/>
              <a:t>Date : </a:t>
            </a:r>
            <a:r>
              <a:rPr lang="fr-FR" sz="3600" b="1" dirty="0"/>
              <a:t>Juin 2026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540503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003883-B5AB-16BE-9AFB-1C78948B18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0800000" flipV="1">
            <a:off x="1069848" y="914399"/>
            <a:ext cx="7315200" cy="556181"/>
          </a:xfrm>
        </p:spPr>
        <p:txBody>
          <a:bodyPr>
            <a:normAutofit fontScale="90000"/>
          </a:bodyPr>
          <a:lstStyle/>
          <a:p>
            <a:r>
              <a:rPr lang="fr-FR" dirty="0"/>
              <a:t>Dispositive 2: sommaire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8BC58AEC-7C37-F749-88E4-3EF25863F3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0402" y="1672522"/>
            <a:ext cx="7315200" cy="914400"/>
          </a:xfrm>
        </p:spPr>
        <p:txBody>
          <a:bodyPr>
            <a:normAutofit fontScale="25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fr-FR" sz="5600" b="1" dirty="0">
                <a:solidFill>
                  <a:schemeClr val="tx1"/>
                </a:solidFill>
              </a:rPr>
              <a:t>Présentation du projet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5600" b="1" dirty="0">
                <a:solidFill>
                  <a:schemeClr val="tx1"/>
                </a:solidFill>
              </a:rPr>
              <a:t>Choix de design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5600" b="1" dirty="0">
                <a:solidFill>
                  <a:schemeClr val="tx1"/>
                </a:solidFill>
              </a:rPr>
              <a:t>Architecture du site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5600" b="1" dirty="0">
                <a:solidFill>
                  <a:schemeClr val="tx1"/>
                </a:solidFill>
              </a:rPr>
              <a:t>Points techniques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5600" b="1" dirty="0">
                <a:solidFill>
                  <a:schemeClr val="tx1"/>
                </a:solidFill>
              </a:rPr>
              <a:t>GitHub et Git Workflow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5600" b="1" dirty="0">
                <a:solidFill>
                  <a:schemeClr val="tx1"/>
                </a:solidFill>
              </a:rPr>
              <a:t>Difficultés rencontrées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5600" b="1" dirty="0">
                <a:solidFill>
                  <a:schemeClr val="tx1"/>
                </a:solidFill>
              </a:rPr>
              <a:t>Ressources utilisées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5600" b="1" dirty="0">
                <a:solidFill>
                  <a:schemeClr val="tx1"/>
                </a:solidFill>
              </a:rPr>
              <a:t>Démonstration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5600" b="1" dirty="0">
                <a:solidFill>
                  <a:schemeClr val="tx1"/>
                </a:solidFill>
              </a:rPr>
              <a:t>Conclusion et améliorations</a:t>
            </a:r>
          </a:p>
          <a:p>
            <a:pPr marL="457200" indent="-457200">
              <a:buFont typeface="+mj-lt"/>
              <a:buAutoNum type="arabicPeriod"/>
            </a:pPr>
            <a:endParaRPr lang="fr-FR" sz="3400" b="1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47804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085D7C-28E1-127D-FF10-9EC40237C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Dispositive 3</a:t>
            </a:r>
            <a:r>
              <a:rPr lang="fr-FR" dirty="0"/>
              <a:t>:</a:t>
            </a:r>
            <a:br>
              <a:rPr lang="fr-FR" dirty="0"/>
            </a:br>
            <a:br>
              <a:rPr lang="fr-FR" dirty="0"/>
            </a:br>
            <a:r>
              <a:rPr lang="fr-FR" b="1" dirty="0"/>
              <a:t>Présentation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67763A-5B1C-C071-6A60-BE2F985AC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800" b="1" dirty="0"/>
              <a:t>Contexte</a:t>
            </a:r>
          </a:p>
          <a:p>
            <a:r>
              <a:rPr lang="fr-FR" dirty="0"/>
              <a:t>Les talents africains ont besoin d'une plateforme pour présenter leurs compétences.</a:t>
            </a:r>
          </a:p>
          <a:p>
            <a:r>
              <a:rPr lang="fr-FR" sz="2400" b="1" dirty="0"/>
              <a:t>Objectif</a:t>
            </a:r>
          </a:p>
          <a:p>
            <a:r>
              <a:rPr lang="fr-FR" dirty="0"/>
              <a:t>Créer un site web moderne permettant de découvrir et promouvoir les freelances africains.</a:t>
            </a:r>
          </a:p>
          <a:p>
            <a:r>
              <a:rPr lang="fr-FR" sz="2400" b="1" dirty="0"/>
              <a:t>Public cible</a:t>
            </a:r>
          </a:p>
          <a:p>
            <a:r>
              <a:rPr lang="fr-FR" dirty="0"/>
              <a:t>Freelances africains </a:t>
            </a:r>
          </a:p>
          <a:p>
            <a:r>
              <a:rPr lang="fr-FR" dirty="0"/>
              <a:t>Recruteurs </a:t>
            </a:r>
          </a:p>
          <a:p>
            <a:r>
              <a:rPr lang="fr-FR" dirty="0"/>
              <a:t>Entreprises </a:t>
            </a:r>
          </a:p>
          <a:p>
            <a:r>
              <a:rPr lang="fr-FR" dirty="0"/>
              <a:t>Client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9174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B8CBCD-EDA7-1D8E-2457-17CFBC2B6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Dispositive 4:</a:t>
            </a:r>
            <a:br>
              <a:rPr lang="fr-FR" b="1" dirty="0"/>
            </a:br>
            <a:r>
              <a:rPr lang="fr-FR" b="1" dirty="0"/>
              <a:t>choix design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CF3DD7-2AE9-6FBB-83C5-C14124165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3200" b="1" dirty="0"/>
              <a:t>Palette de couleurs</a:t>
            </a:r>
          </a:p>
          <a:p>
            <a:r>
              <a:rPr lang="fr-FR" dirty="0"/>
              <a:t>Bleu : confiance et professionnalisme </a:t>
            </a:r>
          </a:p>
          <a:p>
            <a:r>
              <a:rPr lang="fr-FR" dirty="0"/>
              <a:t>Blanc : simplicité </a:t>
            </a:r>
          </a:p>
          <a:p>
            <a:r>
              <a:rPr lang="fr-FR" dirty="0"/>
              <a:t>Jaune/Orange : dynamisme </a:t>
            </a:r>
          </a:p>
          <a:p>
            <a:r>
              <a:rPr lang="fr-FR" b="1" dirty="0"/>
              <a:t>Codes HEX :</a:t>
            </a:r>
            <a:endParaRPr lang="fr-FR" dirty="0"/>
          </a:p>
          <a:p>
            <a:r>
              <a:rPr lang="fr-FR" dirty="0"/>
              <a:t>#0d6efd </a:t>
            </a:r>
          </a:p>
          <a:p>
            <a:r>
              <a:rPr lang="fr-FR" dirty="0"/>
              <a:t>#ffffff </a:t>
            </a:r>
          </a:p>
          <a:p>
            <a:r>
              <a:rPr lang="fr-FR" dirty="0"/>
              <a:t>#ffc107 </a:t>
            </a:r>
          </a:p>
          <a:p>
            <a:r>
              <a:rPr lang="fr-FR" b="1" dirty="0"/>
              <a:t>Police utilisée</a:t>
            </a:r>
          </a:p>
          <a:p>
            <a:r>
              <a:rPr lang="fr-FR" dirty="0"/>
              <a:t>Poppins </a:t>
            </a:r>
          </a:p>
          <a:p>
            <a:r>
              <a:rPr lang="fr-FR" dirty="0"/>
              <a:t>Sans-</a:t>
            </a:r>
            <a:r>
              <a:rPr lang="fr-FR" dirty="0" err="1"/>
              <a:t>serif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70768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D62782-6B07-C862-7FC7-52A090165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Dispositive 5:</a:t>
            </a:r>
            <a:br>
              <a:rPr lang="fr-FR" b="1" dirty="0"/>
            </a:br>
            <a:r>
              <a:rPr lang="fr-FR" b="1" dirty="0"/>
              <a:t> Inspiration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20B5CD-BE54-4C5A-6CD8-1ECB1264B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b="1" dirty="0"/>
              <a:t>Design moderne et responsive </a:t>
            </a:r>
          </a:p>
          <a:p>
            <a:pPr marL="0" indent="0">
              <a:buNone/>
            </a:pPr>
            <a:r>
              <a:rPr lang="fr-FR" sz="2800" b="1" dirty="0"/>
              <a:t>Interface simple et intuitive </a:t>
            </a:r>
          </a:p>
          <a:p>
            <a:pPr marL="0" indent="0">
              <a:buNone/>
            </a:pPr>
            <a:r>
              <a:rPr lang="fr-FR" sz="2800" b="1" dirty="0"/>
              <a:t>Utilisation de Bootstrap 5</a:t>
            </a:r>
          </a:p>
          <a:p>
            <a:pPr marL="0" indent="0">
              <a:buNone/>
            </a:pPr>
            <a:endParaRPr lang="fr-FR" sz="4000" b="1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D4B61FA-0323-FA20-6B4A-2E0C46D6A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5004" y="4053525"/>
            <a:ext cx="3806084" cy="2399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767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FA5537-FD77-F718-C095-4A96EF76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Dispositive 6:</a:t>
            </a:r>
            <a:br>
              <a:rPr lang="fr-FR" b="1" dirty="0"/>
            </a:br>
            <a:br>
              <a:rPr lang="fr-FR" b="1" dirty="0"/>
            </a:br>
            <a:r>
              <a:rPr lang="fr-FR" b="1" dirty="0"/>
              <a:t>Architecture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25EDF7-53BA-CFB7-8A26-E4AD8FCD5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AfriTalent</a:t>
            </a:r>
            <a:r>
              <a:rPr lang="fr-FR" dirty="0"/>
              <a:t>/</a:t>
            </a:r>
          </a:p>
          <a:p>
            <a:r>
              <a:rPr lang="fr-FR" dirty="0"/>
              <a:t>│</a:t>
            </a:r>
          </a:p>
          <a:p>
            <a:r>
              <a:rPr lang="fr-FR" dirty="0"/>
              <a:t>├── index.html</a:t>
            </a:r>
          </a:p>
          <a:p>
            <a:r>
              <a:rPr lang="fr-FR" dirty="0"/>
              <a:t>├── about.html</a:t>
            </a:r>
          </a:p>
          <a:p>
            <a:r>
              <a:rPr lang="fr-FR" dirty="0"/>
              <a:t>├── services.html</a:t>
            </a:r>
          </a:p>
          <a:p>
            <a:r>
              <a:rPr lang="fr-FR" dirty="0"/>
              <a:t>├── contact.html</a:t>
            </a:r>
          </a:p>
          <a:p>
            <a:r>
              <a:rPr lang="fr-FR" dirty="0"/>
              <a:t>├── </a:t>
            </a:r>
            <a:r>
              <a:rPr lang="fr-FR" dirty="0" err="1"/>
              <a:t>css</a:t>
            </a:r>
            <a:r>
              <a:rPr lang="fr-FR" dirty="0"/>
              <a:t>/</a:t>
            </a:r>
          </a:p>
          <a:p>
            <a:r>
              <a:rPr lang="fr-FR" dirty="0"/>
              <a:t>├── </a:t>
            </a:r>
            <a:r>
              <a:rPr lang="fr-FR" dirty="0" err="1"/>
              <a:t>js</a:t>
            </a:r>
            <a:r>
              <a:rPr lang="fr-FR" dirty="0"/>
              <a:t>/</a:t>
            </a:r>
          </a:p>
          <a:p>
            <a:r>
              <a:rPr lang="fr-FR" dirty="0"/>
              <a:t>├── images/</a:t>
            </a:r>
          </a:p>
          <a:p>
            <a:r>
              <a:rPr lang="fr-FR" dirty="0"/>
              <a:t>└── docs/</a:t>
            </a:r>
          </a:p>
        </p:txBody>
      </p:sp>
    </p:spTree>
    <p:extLst>
      <p:ext uri="{BB962C8B-B14F-4D97-AF65-F5344CB8AC3E}">
        <p14:creationId xmlns:p14="http://schemas.microsoft.com/office/powerpoint/2010/main" val="1148080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BC0175-F2FA-301E-62B0-CCA6EC6D3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dirty="0"/>
              <a:t>Dispositive 7:</a:t>
            </a:r>
            <a:br>
              <a:rPr lang="fr-FR" sz="4000" b="1" dirty="0"/>
            </a:br>
            <a:r>
              <a:rPr lang="fr-FR" sz="4000" b="1" dirty="0"/>
              <a:t>Pages du site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6074D1-C7D0-613E-6B6B-1EE5F2C78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3200" b="1" dirty="0"/>
              <a:t>Présenter :</a:t>
            </a:r>
          </a:p>
          <a:p>
            <a:r>
              <a:rPr lang="fr-FR" sz="3200" b="1" dirty="0"/>
              <a:t>Accueil </a:t>
            </a:r>
          </a:p>
          <a:p>
            <a:r>
              <a:rPr lang="fr-FR" sz="3200" b="1" dirty="0"/>
              <a:t>Freelances</a:t>
            </a:r>
          </a:p>
          <a:p>
            <a:r>
              <a:rPr lang="fr-FR" sz="3200" b="1" dirty="0"/>
              <a:t>About</a:t>
            </a:r>
          </a:p>
          <a:p>
            <a:r>
              <a:rPr lang="fr-FR" sz="3200" b="1" dirty="0"/>
              <a:t>Tarifs</a:t>
            </a:r>
          </a:p>
          <a:p>
            <a:r>
              <a:rPr lang="fr-FR" sz="3200" b="1" dirty="0"/>
              <a:t>Contact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78121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28A2E1-CE52-DD4D-F684-D4F467ED5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Dispositive 8:</a:t>
            </a:r>
            <a:br>
              <a:rPr lang="fr-FR" b="1" dirty="0"/>
            </a:br>
            <a:br>
              <a:rPr lang="fr-FR" b="1" dirty="0"/>
            </a:br>
            <a:r>
              <a:rPr lang="fr-FR" b="1" dirty="0"/>
              <a:t>Points techniques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63A66E-A726-1702-46B9-134DCC384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sz="2600" b="1" dirty="0"/>
              <a:t>           JavaScript</a:t>
            </a:r>
          </a:p>
          <a:p>
            <a:r>
              <a:rPr lang="fr-FR" dirty="0"/>
              <a:t>Filtrage des freelances </a:t>
            </a:r>
          </a:p>
          <a:p>
            <a:r>
              <a:rPr lang="fr-FR" dirty="0"/>
              <a:t>Validation du formulaire </a:t>
            </a:r>
          </a:p>
          <a:p>
            <a:r>
              <a:rPr lang="fr-FR" dirty="0"/>
              <a:t>Animations </a:t>
            </a:r>
          </a:p>
          <a:p>
            <a:pPr marL="0" indent="0">
              <a:buNone/>
            </a:pPr>
            <a:r>
              <a:rPr lang="fr-FR" b="1" dirty="0"/>
              <a:t>              Bootstrap</a:t>
            </a:r>
          </a:p>
          <a:p>
            <a:r>
              <a:rPr lang="fr-FR" dirty="0" err="1"/>
              <a:t>Navbar</a:t>
            </a:r>
            <a:r>
              <a:rPr lang="fr-FR" dirty="0"/>
              <a:t> responsive </a:t>
            </a:r>
          </a:p>
          <a:p>
            <a:r>
              <a:rPr lang="fr-FR" dirty="0"/>
              <a:t>Cartes </a:t>
            </a:r>
          </a:p>
          <a:p>
            <a:r>
              <a:rPr lang="fr-FR" dirty="0"/>
              <a:t>Grille responsive</a:t>
            </a:r>
          </a:p>
          <a:p>
            <a:pPr marL="0" indent="0">
              <a:buNone/>
            </a:pPr>
            <a:r>
              <a:rPr lang="fr-FR" b="1" dirty="0"/>
              <a:t>                  Diapositive 9 : CSS avancé</a:t>
            </a:r>
          </a:p>
          <a:p>
            <a:r>
              <a:rPr lang="fr-FR" dirty="0"/>
              <a:t>Variables CSS </a:t>
            </a:r>
          </a:p>
          <a:p>
            <a:r>
              <a:rPr lang="fr-FR" dirty="0" err="1"/>
              <a:t>Flexbox</a:t>
            </a:r>
            <a:r>
              <a:rPr lang="fr-FR" dirty="0"/>
              <a:t> </a:t>
            </a:r>
          </a:p>
          <a:p>
            <a:r>
              <a:rPr lang="fr-FR" dirty="0" err="1"/>
              <a:t>Grid</a:t>
            </a:r>
            <a:r>
              <a:rPr lang="fr-FR" dirty="0"/>
              <a:t> </a:t>
            </a:r>
          </a:p>
          <a:p>
            <a:r>
              <a:rPr lang="fr-FR" dirty="0"/>
              <a:t>Animations </a:t>
            </a:r>
          </a:p>
          <a:p>
            <a:r>
              <a:rPr lang="fr-FR" dirty="0"/>
              <a:t>Media </a:t>
            </a:r>
            <a:r>
              <a:rPr lang="fr-FR" dirty="0" err="1"/>
              <a:t>queries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08704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E46E5B-BAEC-9F2A-5E33-C71484A6A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Dispositive 9:</a:t>
            </a:r>
            <a:br>
              <a:rPr lang="fr-FR" b="1" dirty="0"/>
            </a:br>
            <a:r>
              <a:rPr lang="fr-FR" b="1" dirty="0"/>
              <a:t>GitHub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E7D621-1CF5-219D-8A08-F5F2B0FB7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Git init</a:t>
            </a:r>
          </a:p>
          <a:p>
            <a:pPr marL="0" indent="0">
              <a:buNone/>
            </a:pPr>
            <a:r>
              <a:rPr lang="fr-FR" dirty="0"/>
              <a:t>Git </a:t>
            </a:r>
            <a:r>
              <a:rPr lang="fr-FR" dirty="0" err="1"/>
              <a:t>status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Git </a:t>
            </a:r>
            <a:r>
              <a:rPr lang="fr-FR" dirty="0" err="1"/>
              <a:t>add</a:t>
            </a:r>
            <a:r>
              <a:rPr lang="fr-FR" dirty="0"/>
              <a:t> .</a:t>
            </a:r>
          </a:p>
          <a:p>
            <a:pPr marL="0" indent="0">
              <a:buNone/>
            </a:pPr>
            <a:r>
              <a:rPr lang="fr-FR" dirty="0"/>
              <a:t>Git </a:t>
            </a:r>
            <a:r>
              <a:rPr lang="fr-FR" dirty="0" err="1"/>
              <a:t>status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Git commit –m </a:t>
            </a:r>
          </a:p>
          <a:p>
            <a:pPr marL="0" indent="0">
              <a:buNone/>
            </a:pPr>
            <a:r>
              <a:rPr lang="fr-FR" dirty="0"/>
              <a:t>Git push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10 commit réalisés </a:t>
            </a:r>
          </a:p>
          <a:p>
            <a:pPr marL="0" indent="0">
              <a:buNone/>
            </a:pPr>
            <a:r>
              <a:rPr lang="fr-FR" dirty="0"/>
              <a:t>Déploiement GitHub Pages</a:t>
            </a:r>
          </a:p>
          <a:p>
            <a:pPr marL="0" indent="0">
              <a:buNone/>
            </a:pPr>
            <a:r>
              <a:rPr lang="fr-FR" dirty="0"/>
              <a:t> Site accessible en ligne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https://samb444.github.io/samb-cod-AfriTalent/</a:t>
            </a:r>
          </a:p>
        </p:txBody>
      </p:sp>
    </p:spTree>
    <p:extLst>
      <p:ext uri="{BB962C8B-B14F-4D97-AF65-F5344CB8AC3E}">
        <p14:creationId xmlns:p14="http://schemas.microsoft.com/office/powerpoint/2010/main" val="1780369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422F25-8C20-C94E-496A-1F89D26D7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Dispositive 10:</a:t>
            </a:r>
            <a:br>
              <a:rPr lang="fr-FR" b="1" dirty="0"/>
            </a:br>
            <a:br>
              <a:rPr lang="fr-FR" b="1" dirty="0"/>
            </a:br>
            <a:r>
              <a:rPr lang="fr-FR" b="1" dirty="0"/>
              <a:t>Difficulté rencontrée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82B757-886F-4237-4EF6-6C5DEF6AC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2400" b="1" dirty="0"/>
              <a:t>       Difficulté 1</a:t>
            </a:r>
          </a:p>
          <a:p>
            <a:r>
              <a:rPr lang="fr-FR" dirty="0"/>
              <a:t>Le design  responsive sur tablette.</a:t>
            </a:r>
          </a:p>
          <a:p>
            <a:pPr marL="0" indent="0">
              <a:buNone/>
            </a:pPr>
            <a:r>
              <a:rPr lang="fr-FR" b="1" dirty="0"/>
              <a:t>          </a:t>
            </a:r>
            <a:r>
              <a:rPr lang="fr-FR" sz="2800" b="1" dirty="0"/>
              <a:t>Solution :</a:t>
            </a:r>
          </a:p>
          <a:p>
            <a:pPr marL="0" indent="0">
              <a:buNone/>
            </a:pPr>
            <a:br>
              <a:rPr lang="fr-FR" dirty="0"/>
            </a:br>
            <a:r>
              <a:rPr lang="fr-FR" dirty="0"/>
              <a:t>Utilisation des classes Bootstrap.</a:t>
            </a:r>
          </a:p>
          <a:p>
            <a:pPr marL="0" indent="0">
              <a:buNone/>
            </a:pPr>
            <a:r>
              <a:rPr lang="fr-FR" b="1" dirty="0"/>
              <a:t>         Difficulté 2</a:t>
            </a:r>
          </a:p>
          <a:p>
            <a:r>
              <a:rPr lang="fr-FR" dirty="0"/>
              <a:t>Erreurs JavaScript.</a:t>
            </a:r>
          </a:p>
          <a:p>
            <a:pPr marL="0" indent="0">
              <a:buNone/>
            </a:pPr>
            <a:r>
              <a:rPr lang="fr-FR" b="1" dirty="0"/>
              <a:t>           Solution :</a:t>
            </a:r>
          </a:p>
          <a:p>
            <a:pPr marL="0" indent="0">
              <a:buNone/>
            </a:pPr>
            <a:br>
              <a:rPr lang="fr-FR" dirty="0"/>
            </a:br>
            <a:r>
              <a:rPr lang="fr-FR" dirty="0"/>
              <a:t>Débogage avec la console du navigateur.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93967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9BA68C-8B73-FC1C-FB3F-ECFEECA05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Dispositive 11:</a:t>
            </a:r>
            <a:br>
              <a:rPr lang="fr-FR" b="1" dirty="0"/>
            </a:br>
            <a:br>
              <a:rPr lang="fr-FR" b="1" dirty="0"/>
            </a:br>
            <a:r>
              <a:rPr lang="fr-FR" b="1" dirty="0"/>
              <a:t>Ressources utilisées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FC947B-67D4-64E3-8F13-8C7C4D3F5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Documentation Bootstrap</a:t>
            </a:r>
          </a:p>
          <a:p>
            <a:pPr marL="0" indent="0">
              <a:buNone/>
            </a:pPr>
            <a:r>
              <a:rPr lang="fr-FR" dirty="0"/>
              <a:t> MDN Web</a:t>
            </a:r>
          </a:p>
          <a:p>
            <a:pPr marL="0" indent="0">
              <a:buNone/>
            </a:pPr>
            <a:r>
              <a:rPr lang="fr-FR" dirty="0"/>
              <a:t> Docs GitHub </a:t>
            </a:r>
          </a:p>
          <a:p>
            <a:pPr marL="0" indent="0">
              <a:buNone/>
            </a:pPr>
            <a:r>
              <a:rPr lang="fr-FR" dirty="0"/>
              <a:t>Docs Stack</a:t>
            </a:r>
          </a:p>
          <a:p>
            <a:pPr marL="0" indent="0">
              <a:buNone/>
            </a:pPr>
            <a:r>
              <a:rPr lang="fr-FR" dirty="0"/>
              <a:t> w3 </a:t>
            </a:r>
            <a:r>
              <a:rPr lang="fr-FR" dirty="0" err="1"/>
              <a:t>school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Dev </a:t>
            </a:r>
            <a:r>
              <a:rPr lang="fr-FR" dirty="0" err="1"/>
              <a:t>academic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6332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A3284B-FE8E-6442-50B5-83D47352B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702CBA-4AA9-F35B-EA59-F1E91933D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3384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B1B9C1-0188-C8F3-AD14-042D166BC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Dispositive 13:</a:t>
            </a:r>
            <a:br>
              <a:rPr lang="fr-FR" b="1" dirty="0"/>
            </a:br>
            <a:br>
              <a:rPr lang="fr-FR" b="1" dirty="0"/>
            </a:br>
            <a:r>
              <a:rPr lang="fr-FR" b="1" dirty="0"/>
              <a:t>Démonstration du site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C27960-E9D3-5130-AF2B-2BA059981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3600" dirty="0"/>
              <a:t>Navigation entre les pages</a:t>
            </a:r>
          </a:p>
          <a:p>
            <a:pPr marL="0" indent="0">
              <a:buNone/>
            </a:pPr>
            <a:r>
              <a:rPr lang="fr-FR" sz="3600" dirty="0"/>
              <a:t> Filtrage des freelances</a:t>
            </a:r>
          </a:p>
          <a:p>
            <a:pPr marL="0" indent="0">
              <a:buNone/>
            </a:pPr>
            <a:r>
              <a:rPr lang="fr-FR" sz="3600" dirty="0"/>
              <a:t> Formulaire de contact </a:t>
            </a:r>
          </a:p>
          <a:p>
            <a:pPr marL="0" indent="0">
              <a:buNone/>
            </a:pPr>
            <a:r>
              <a:rPr lang="fr-FR" sz="3600" dirty="0"/>
              <a:t>Responsive design</a:t>
            </a:r>
          </a:p>
        </p:txBody>
      </p:sp>
    </p:spTree>
    <p:extLst>
      <p:ext uri="{BB962C8B-B14F-4D97-AF65-F5344CB8AC3E}">
        <p14:creationId xmlns:p14="http://schemas.microsoft.com/office/powerpoint/2010/main" val="23689517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56F0C2-63D4-9E21-D41B-1A9992FAC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Dispositive 15:</a:t>
            </a:r>
            <a:br>
              <a:rPr lang="fr-FR" b="1" dirty="0"/>
            </a:br>
            <a:br>
              <a:rPr lang="fr-FR" b="1" dirty="0"/>
            </a:br>
            <a:r>
              <a:rPr lang="fr-FR" b="1" dirty="0"/>
              <a:t>Perspectives d'amélioration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42F647-755D-A147-0D59-89FE2D63C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3600" b="1" dirty="0"/>
              <a:t>Ajouter une base de données </a:t>
            </a:r>
          </a:p>
          <a:p>
            <a:r>
              <a:rPr lang="fr-FR" sz="3600" b="1" dirty="0"/>
              <a:t>Authentification des utilisateurs </a:t>
            </a:r>
          </a:p>
          <a:p>
            <a:r>
              <a:rPr lang="fr-FR" sz="3600" b="1" dirty="0"/>
              <a:t>Système de messagerie </a:t>
            </a:r>
          </a:p>
          <a:p>
            <a:r>
              <a:rPr lang="fr-FR" sz="3600" b="1" dirty="0"/>
              <a:t>Recherche avancée 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39658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C1268D-1A81-CDBB-5364-356BD07D9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i="1" dirty="0"/>
              <a:t>Dispositive 16:</a:t>
            </a:r>
            <a:br>
              <a:rPr lang="fr-FR" b="1" i="1" dirty="0"/>
            </a:br>
            <a:br>
              <a:rPr lang="fr-FR" b="1" i="1" dirty="0"/>
            </a:br>
            <a:r>
              <a:rPr lang="fr-FR" b="1" i="1" dirty="0"/>
              <a:t>Remerciement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674582-F02A-4F32-C857-22A229D11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3200" b="1" dirty="0"/>
              <a:t>Merci pour votre attention.</a:t>
            </a:r>
            <a:endParaRPr lang="fr-FR" sz="3200" dirty="0"/>
          </a:p>
          <a:p>
            <a:r>
              <a:rPr lang="fr-FR" sz="3200" dirty="0"/>
              <a:t>Questions ?</a:t>
            </a:r>
          </a:p>
          <a:p>
            <a:r>
              <a:rPr lang="fr-FR" sz="3200" b="1" dirty="0"/>
              <a:t>Codé Samb</a:t>
            </a:r>
            <a:br>
              <a:rPr lang="fr-FR" sz="3200" dirty="0"/>
            </a:br>
            <a:r>
              <a:rPr lang="fr-FR" sz="3200" dirty="0"/>
              <a:t>📧 sambcode822@gmail.com</a:t>
            </a:r>
            <a:br>
              <a:rPr lang="fr-FR" sz="3200" dirty="0"/>
            </a:br>
            <a:r>
              <a:rPr lang="fr-FR" sz="3200" dirty="0"/>
              <a:t>📞 +221 70 608 21 20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55063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C8DC2C-97B8-C624-6A3B-DB2939D68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Dispositive 14:</a:t>
            </a:r>
            <a:br>
              <a:rPr lang="fr-FR" b="1" dirty="0"/>
            </a:br>
            <a:br>
              <a:rPr lang="fr-FR" b="1" dirty="0"/>
            </a:br>
            <a:r>
              <a:rPr lang="fr-FR" b="1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C6FAE7-6ECC-DE33-3686-FCF1458CD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4000" b="1" i="1" dirty="0"/>
              <a:t>Le projet </a:t>
            </a:r>
            <a:r>
              <a:rPr lang="fr-FR" sz="4000" b="1" i="1" dirty="0" err="1"/>
              <a:t>AfriTalent</a:t>
            </a:r>
            <a:r>
              <a:rPr lang="fr-FR" sz="4000" b="1" i="1" dirty="0"/>
              <a:t> permet de promouvoir les talents africains grâce à une interface moderne et responsive.</a:t>
            </a:r>
          </a:p>
        </p:txBody>
      </p:sp>
    </p:spTree>
    <p:extLst>
      <p:ext uri="{BB962C8B-B14F-4D97-AF65-F5344CB8AC3E}">
        <p14:creationId xmlns:p14="http://schemas.microsoft.com/office/powerpoint/2010/main" val="1974325286"/>
      </p:ext>
    </p:extLst>
  </p:cSld>
  <p:clrMapOvr>
    <a:masterClrMapping/>
  </p:clrMapOvr>
</p:sld>
</file>

<file path=ppt/theme/theme1.xml><?xml version="1.0" encoding="utf-8"?>
<a:theme xmlns:a="http://schemas.openxmlformats.org/drawingml/2006/main" name="Cadr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{41B1AE7F-7761-4862-816B-C49FE3E905E7}TF5b254a55-10e1-4643-bbf8-937ce7de93d8e083f24a-2ce73650da72</Template>
  <TotalTime>57</TotalTime>
  <Words>448</Words>
  <Application>Microsoft Office PowerPoint</Application>
  <PresentationFormat>Grand écran</PresentationFormat>
  <Paragraphs>118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9" baseType="lpstr">
      <vt:lpstr>Corbel</vt:lpstr>
      <vt:lpstr>Wingdings 2</vt:lpstr>
      <vt:lpstr>Cadre</vt:lpstr>
      <vt:lpstr>    Dispositive 1: Page de titre     </vt:lpstr>
      <vt:lpstr>Dispositive 2: sommaire</vt:lpstr>
      <vt:lpstr>Dispositive 3:  Présentation du Projet</vt:lpstr>
      <vt:lpstr>Dispositive 4: choix design</vt:lpstr>
      <vt:lpstr>Dispositive 5:  Inspiration</vt:lpstr>
      <vt:lpstr>Dispositive 6:  Architecture du projet</vt:lpstr>
      <vt:lpstr>Dispositive 7: Pages du site</vt:lpstr>
      <vt:lpstr>Dispositive 8:  Points techniques</vt:lpstr>
      <vt:lpstr>Dispositive 9: GitHub</vt:lpstr>
      <vt:lpstr>Dispositive 10:  Difficulté rencontrée</vt:lpstr>
      <vt:lpstr>Dispositive 11:  Ressources utilisées</vt:lpstr>
      <vt:lpstr>Présentation PowerPoint</vt:lpstr>
      <vt:lpstr>Dispositive 13:  Démonstration du site</vt:lpstr>
      <vt:lpstr>Dispositive 15:  Perspectives d'amélioration</vt:lpstr>
      <vt:lpstr>Dispositive 16:  Remerciement</vt:lpstr>
      <vt:lpstr>Dispositive 14: 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Code Samb</dc:creator>
  <cp:lastModifiedBy>Code Samb</cp:lastModifiedBy>
  <cp:revision>1</cp:revision>
  <dcterms:created xsi:type="dcterms:W3CDTF">2026-06-15T22:38:22Z</dcterms:created>
  <dcterms:modified xsi:type="dcterms:W3CDTF">2026-06-15T23:37:08Z</dcterms:modified>
</cp:coreProperties>
</file>